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83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48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46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07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81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84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77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17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7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87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24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FE845-E8ED-49EF-BE60-6DF5AFEE3B65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7C3C5-39A9-4554-BA8E-0FDFAAA8C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63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8903"/>
            <a:ext cx="12192000" cy="59577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39142" y="378823"/>
            <a:ext cx="3866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chemeClr val="accent1">
                    <a:lumMod val="75000"/>
                  </a:schemeClr>
                </a:solidFill>
              </a:rPr>
              <a:t>          Assignment-3</a:t>
            </a:r>
            <a:endParaRPr lang="en-GB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17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6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8023" y="627017"/>
            <a:ext cx="10515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Lakshmi </a:t>
            </a:r>
            <a:r>
              <a:rPr lang="en-GB" sz="60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Parvathi</a:t>
            </a:r>
            <a:r>
              <a:rPr lang="en-GB" sz="60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GB" sz="600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Desireddy</a:t>
            </a:r>
            <a:endParaRPr lang="en-GB" sz="6000" dirty="0" smtClean="0">
              <a:solidFill>
                <a:schemeClr val="accent1">
                  <a:lumMod val="75000"/>
                </a:schemeClr>
              </a:solidFill>
              <a:latin typeface="Bell MT" panose="02020503060305020303" pitchFamily="18" charset="0"/>
            </a:endParaRPr>
          </a:p>
          <a:p>
            <a:r>
              <a:rPr lang="en-GB" sz="4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Vignan’s</a:t>
            </a:r>
            <a:r>
              <a:rPr lang="en-GB" sz="4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GB" sz="4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Nirula</a:t>
            </a:r>
            <a:r>
              <a:rPr lang="en-GB" sz="4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Institute Of Technology And Science For Women</a:t>
            </a:r>
            <a:endParaRPr lang="en-GB" sz="4800" dirty="0">
              <a:solidFill>
                <a:schemeClr val="accent1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91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CHETANA FOUNDATION</dc:creator>
  <cp:lastModifiedBy>CHETANA FOUNDATION</cp:lastModifiedBy>
  <cp:revision>1</cp:revision>
  <dcterms:created xsi:type="dcterms:W3CDTF">2026-07-05T10:50:09Z</dcterms:created>
  <dcterms:modified xsi:type="dcterms:W3CDTF">2026-07-05T10:50:44Z</dcterms:modified>
</cp:coreProperties>
</file>